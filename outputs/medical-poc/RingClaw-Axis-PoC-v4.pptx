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Charlotte（AIR）接了电话。RingClaw 让诊所把这件事做完。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所有提供者姓名均来自 axismh.com/providers/，深度研究 3-0 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 RingEX Bot 创建界面。每个 Bot 是一个 RingClaw 实例，--dir 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Entity memory 是 Markdown 文件，存在 Bot 的 --dir 下。Bot 读它来生成 Card，写它来追踪状态。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重点：clinical-bot 从 entity memory 读档案，不需要查 EHR。提供者点一下，三件事同时发生。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 Bot 是 Andrew 在 RingEX 里创建的。entity memory 里有双侧提供者信息，bot 知道 Michelle 是同一患者的治疗师。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Bot→Bot 通过 #admin 频道消息传递。nursecoord-bot 监听信号，alexis-bot 监听确认信号。无外部中间件。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最大差异：个人 Bot + entity memory。Andrew 的 Bot 知道他的患者，Alexis 的 Bot 知道她的任务。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停顿：Charlotte 接了患者的电话。RingClaw 让诊所把这件事做完。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920240" cy="329184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9319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Hackathon 2026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0" b="1" i="0">
                <a:solidFill>
                  <a:srgbClr val="FFFFFF"/>
                </a:solidFill>
              </a:rPr>
              <a:t>RingClaw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BE"/>
                </a:solidFill>
              </a:rPr>
              <a:t>Your Team's AI — Built Inside RingEX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BCC"/>
                </a:solidFill>
              </a:rPr>
              <a:t>Axis Integrated Mental Health  ·  Confirmed RC Customer  ·  Verified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1880"/>
            <a:ext cx="11274552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7A94"/>
                </a:solidFill>
              </a:rPr>
              <a:t>Charlotte (AIR) answers the calls  ·  RingClaw makes the clinic finish the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2377440"/>
            <a:ext cx="914400" cy="82296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273552"/>
            <a:ext cx="1024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Personal Bot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2377440"/>
            <a:ext cx="914400" cy="82296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3273552"/>
            <a:ext cx="1024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Team 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2377440"/>
            <a:ext cx="914400" cy="82296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18520" y="3273552"/>
            <a:ext cx="1024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Bot→Bot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926080" cy="329184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真实 RC 付费客户（已验证）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Axis Integrated Mental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5349240" cy="49560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机构概况（来自 axismh.com，深度验证）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CEO：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084831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Christopher Perez（CRNA · 联合创始人）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0662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CMO/CGO：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0662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Liesl Perez（商业背景 · 联合创始人）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28415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CMO 2026：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328415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Dr. Kartiki Churi MD MBA FAPA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5020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诊所：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950208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个（Aurora · Westminster · Louisville · DTC）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提供者：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57200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~18 人（9 PMHNP · 1 MD · 3 PA-C · 5 LPC/LCSW）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9379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患者量：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19379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1,000+（2023-12 下限）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15583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A94"/>
                </a:solidFill>
              </a:rPr>
              <a:t>保险：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815583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99% 有保险（Medicaid · BCBS · Aetna · Cigna）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536192"/>
            <a:ext cx="576072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1627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FF"/>
                </a:solidFill>
              </a:rPr>
              <a:t>已确认 RC 部署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084831"/>
            <a:ext cx="804672" cy="31089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2121408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2103120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Charlotte（AI 接待员名称）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2505456"/>
            <a:ext cx="804672" cy="310896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542032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接通率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523744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50% → 91%（来电 500→2,000+/周）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2926079"/>
            <a:ext cx="804672" cy="310896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2962656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自动化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944368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30% 来电量自动处理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0488" y="3346704"/>
            <a:ext cx="804672" cy="310896"/>
          </a:xfrm>
          <a:prstGeom prst="rect">
            <a:avLst/>
          </a:prstGeom>
          <a:solidFill>
            <a:srgbClr val="A8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3383280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EHR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364992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athenahealth（2020 年上线）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0488" y="3767328"/>
            <a:ext cx="804672" cy="3108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8776" y="3803904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续剂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785615"/>
            <a:ext cx="4526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电话 + 门户并存，行政仍是中间环节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041648"/>
            <a:ext cx="5760720" cy="24505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413308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Demo 真实提供者（axismh.com/providers/ 确认）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45354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Andrew Wenner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5354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BCC"/>
                </a:solidFill>
              </a:rPr>
              <a:t>PMHNP · 开药（Scenario A + B 主角）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50109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Michelle Godwin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0109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BCC"/>
                </a:solidFill>
              </a:rPr>
              <a:t>LPC · 治疗师（同患者另一侧）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</a:rPr>
              <a:t>Alexis Gonzalez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4864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BCC"/>
                </a:solidFill>
              </a:rPr>
              <a:t>行政协调员（续剂中间环节）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0488" y="59618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BBCC"/>
                </a:solidFill>
              </a:rPr>
              <a:t>Christopher Perez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96188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BCC"/>
                </a:solidFill>
              </a:rPr>
              <a:t>CEO（缺勤升级联系人）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在 RingEX 里创建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BBCC"/>
                </a:solidFill>
              </a:rPr>
              <a:t>每个员工都可以有自己的 Bot  ·  RingClaw 是那个 Bot  ·  SOUL.md 定义身份  ·  entity memory 是记忆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5349240" cy="5102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49240" cy="4572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个人 Bot（只有本人可以触发）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员工为自己创建  ·  知道主人的患者、任务、偏好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4983480" cy="171907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498348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andrew-bot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4323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Andrew Wenner, PMHNP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知道 Andrew 的患者列表（entity memory）
· 代表 Andrew 在临床频道发协调消息
· 监听频道回复，路由临床反馈回 Andrew DM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315968"/>
            <a:ext cx="4983480" cy="171907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315968"/>
            <a:ext cx="4983480" cy="34747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alexis-bot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4370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Alexis Gonzalez（行政）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知道今日续剂任务队列（entity memory）
· 缺勤时自动整理并向 nursecoord-bot 发交接信号
· 向 Alexis DM 汇报交接结果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389888"/>
            <a:ext cx="5394960" cy="51023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389888"/>
            <a:ext cx="5394960" cy="4572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团队 Bot（频道里所有人都可以触发）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团队共同创建  ·  处理团队级别的工作流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6248" y="2377440"/>
            <a:ext cx="4983480" cy="171907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6248" y="2377440"/>
            <a:ext cx="4983480" cy="347472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4323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clinical-bot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4323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#clinical-coordination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16352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接收续剂触发（人工 @bot 或 inbound SMS）
· 读 entity memory 生成 Adaptive Card
· 链式执行：SMS→患者 + TASK→Alexis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315968"/>
            <a:ext cx="4983480" cy="171907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56248" y="4315968"/>
            <a:ext cx="4983480" cy="34747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37083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nursecoord-bot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370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#admin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7548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· 接收 TASK_HANDOFF_REQUEST 信号
· SMS 联系备用行政（Jennifer/Karen）
· 确认后发 HANDOFF_COMPLETE 信号
· 无回应时升级给 CEO Christopher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565392"/>
            <a:ext cx="11274552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38544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4"/>
                </a:solidFill>
              </a:rPr>
              <a:t>SOUL.md = Bot 的身份规则  ·  entity memory = Bot 的记忆  ·  DOMAIN.md = Bot 的知识库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01751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entity memory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2286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Bot 的记忆：患者档案 + 任务队列 + 协调状态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Markdown 文件  ·  Bot 读取并写入  ·  每次操作后自动更新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11880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AX-2847.md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A94"/>
                </a:solidFill>
              </a:rPr>
              <a:t>clinical-bot 读取  ·  Scenario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患者：Maria Lopez</a:t>
            </a:r>
          </a:p>
          <a:p>
            <a:r>
              <a:rPr sz="1000" b="0">
                <a:solidFill>
                  <a:srgbClr val="FFFFFF"/>
                </a:solidFill>
              </a:rPr>
              <a:t>手机：+17205550102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用药：Sertraline 100mg</a:t>
            </a:r>
          </a:p>
          <a:p>
            <a:r>
              <a:rPr sz="1000" b="0">
                <a:solidFill>
                  <a:srgbClr val="FFFFFF"/>
                </a:solidFill>
              </a:rPr>
              <a:t>开药：Andrew Wenner PMHNP</a:t>
            </a:r>
          </a:p>
          <a:p>
            <a:r>
              <a:rPr sz="1000" b="0">
                <a:solidFill>
                  <a:srgbClr val="FFFFFF"/>
                </a:solidFill>
              </a:rPr>
              <a:t>上次就诊：05/28</a:t>
            </a:r>
          </a:p>
          <a:p>
            <a:r>
              <a:rPr sz="1000" b="0">
                <a:solidFill>
                  <a:srgbClr val="FFFFFF"/>
                </a:solidFill>
              </a:rPr>
              <a:t>上次续剂：04/15（51天前）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保险：Blue Cross PPO ✅</a:t>
            </a:r>
          </a:p>
          <a:p>
            <a:r>
              <a:rPr sz="1000" b="0">
                <a:solidFill>
                  <a:srgbClr val="FFFFFF"/>
                </a:solidFill>
              </a:rPr>
              <a:t>药房：Walgreens Aurora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─── 续剂记录 ───</a:t>
            </a:r>
          </a:p>
          <a:p>
            <a:r>
              <a:rPr sz="1000" b="0">
                <a:solidFill>
                  <a:srgbClr val="FFFFFF"/>
                </a:solidFill>
              </a:rPr>
              <a:t>2026-06-05 09:05</a:t>
            </a:r>
          </a:p>
          <a:p>
            <a:r>
              <a:rPr sz="1000" b="0">
                <a:solidFill>
                  <a:srgbClr val="FFFFFF"/>
                </a:solidFill>
              </a:rPr>
              <a:t>Andrew 批准 ✅</a:t>
            </a:r>
          </a:p>
          <a:p>
            <a:r>
              <a:rPr sz="1000" b="0">
                <a:solidFill>
                  <a:srgbClr val="FFFFFF"/>
                </a:solidFill>
              </a:rPr>
              <a:t>患者 SMS 已发 ✅</a:t>
            </a:r>
          </a:p>
          <a:p>
            <a:r>
              <a:rPr sz="1000" b="0">
                <a:solidFill>
                  <a:srgbClr val="FFFFFF"/>
                </a:solidFill>
              </a:rPr>
              <a:t>Alexis Task 创建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611880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173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AX-1956.md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6479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A94"/>
                </a:solidFill>
              </a:rPr>
              <a:t>andrew-bot 读取  ·  Scenario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4884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患者 ID：AX-1956</a:t>
            </a:r>
          </a:p>
          <a:p>
            <a:r>
              <a:rPr sz="1000" b="0">
                <a:solidFill>
                  <a:srgbClr val="FFFFFF"/>
                </a:solidFill>
              </a:rPr>
              <a:t>（隐去姓名，HIPAA 示范）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主诊精神科：</a:t>
            </a:r>
          </a:p>
          <a:p>
            <a:r>
              <a:rPr sz="1000" b="0">
                <a:solidFill>
                  <a:srgbClr val="FFFFFF"/>
                </a:solidFill>
              </a:rPr>
              <a:t>  Andrew Wenner PMHNP</a:t>
            </a:r>
          </a:p>
          <a:p>
            <a:r>
              <a:rPr sz="1000" b="0">
                <a:solidFill>
                  <a:srgbClr val="FFFFFF"/>
                </a:solidFill>
              </a:rPr>
              <a:t>主诊治疗师：</a:t>
            </a:r>
          </a:p>
          <a:p>
            <a:r>
              <a:rPr sz="1000" b="0">
                <a:solidFill>
                  <a:srgbClr val="FFFFFF"/>
                </a:solidFill>
              </a:rPr>
              <a:t>  Michelle Godwin LPC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用药：Sertraline 50mg</a:t>
            </a:r>
          </a:p>
          <a:p>
            <a:r>
              <a:rPr sz="1000" b="0">
                <a:solidFill>
                  <a:srgbClr val="FFFFFF"/>
                </a:solidFill>
              </a:rPr>
              <a:t>　→ 100mg（06/05 调整）</a:t>
            </a:r>
          </a:p>
          <a:p>
            <a:r>
              <a:rPr sz="1000" b="0">
                <a:solidFill>
                  <a:srgbClr val="FFFFFF"/>
                </a:solidFill>
              </a:rPr>
              <a:t>下次疗程：2026-06-12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─── 协调记录 ───</a:t>
            </a:r>
          </a:p>
          <a:p>
            <a:r>
              <a:rPr sz="1000" b="0">
                <a:solidFill>
                  <a:srgbClr val="FFFFFF"/>
                </a:solidFill>
              </a:rPr>
              <a:t>14:31 变更通知发出</a:t>
            </a:r>
          </a:p>
          <a:p>
            <a:r>
              <a:rPr sz="1000" b="0">
                <a:solidFill>
                  <a:srgbClr val="FFFFFF"/>
                </a:solidFill>
              </a:rPr>
              <a:t>14:35 Michelle 回复</a:t>
            </a:r>
          </a:p>
          <a:p>
            <a:r>
              <a:rPr sz="1000" b="0">
                <a:solidFill>
                  <a:srgbClr val="FFFFFF"/>
                </a:solidFill>
              </a:rPr>
              <a:t>14:38 Andrew 知悉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3703320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173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</a:rPr>
              <a:t>daily-queue-20260605.md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A94"/>
                </a:solidFill>
              </a:rPr>
              <a:t>alexis-bot 读取  ·  Scenario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48840"/>
            <a:ext cx="3337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日期：2026-06-05</a:t>
            </a:r>
          </a:p>
          <a:p>
            <a:r>
              <a:rPr sz="1000" b="0">
                <a:solidFill>
                  <a:srgbClr val="FFFFFF"/>
                </a:solidFill>
              </a:rPr>
              <a:t>行政：Alexis Gonzalez</a:t>
            </a:r>
          </a:p>
          <a:p>
            <a:r>
              <a:rPr sz="1000" b="0">
                <a:solidFill>
                  <a:srgbClr val="FFFFFF"/>
                </a:solidFill>
              </a:rPr>
              <a:t>今日预约：24 名患者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续剂 Task 队列（12 个）：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✅ RX-047 Maria Lopez</a:t>
            </a:r>
          </a:p>
          <a:p>
            <a:r>
              <a:rPr sz="1000" b="0">
                <a:solidFill>
                  <a:srgbClr val="FFFFFF"/>
                </a:solidFill>
              </a:rPr>
              <a:t>   Sertraline 100mg</a:t>
            </a:r>
          </a:p>
          <a:p>
            <a:r>
              <a:rPr sz="1000" b="0">
                <a:solidFill>
                  <a:srgbClr val="FFFFFF"/>
                </a:solidFill>
              </a:rPr>
              <a:t>   Walgreens due 11:00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⏳ RX-048 David M.</a:t>
            </a:r>
          </a:p>
          <a:p>
            <a:r>
              <a:rPr sz="1000" b="0">
                <a:solidFill>
                  <a:srgbClr val="FFFFFF"/>
                </a:solidFill>
              </a:rPr>
              <a:t>   Lexapro 20mg</a:t>
            </a:r>
          </a:p>
          <a:p>
            <a:r>
              <a:rPr sz="1000" b="0">
                <a:solidFill>
                  <a:srgbClr val="FFFFFF"/>
                </a:solidFill>
              </a:rPr>
              <a:t>   CVS due 12:00</a:t>
            </a:r>
          </a:p>
          <a:p>
            <a:r>
              <a:rPr sz="1000" b="0">
                <a:solidFill>
                  <a:srgbClr val="FFFFFF"/>
                </a:solidFill>
              </a:rPr>
              <a:t/>
            </a:r>
          </a:p>
          <a:p>
            <a:r>
              <a:rPr sz="1000" b="0">
                <a:solidFill>
                  <a:srgbClr val="FFFFFF"/>
                </a:solidFill>
              </a:rPr>
              <a:t>⏳ RX-052 Carlos M. ⚠️</a:t>
            </a:r>
          </a:p>
          <a:p>
            <a:r>
              <a:rPr sz="1000" b="0">
                <a:solidFill>
                  <a:srgbClr val="FFFFFF"/>
                </a:solidFill>
              </a:rPr>
              <a:t>   Adderall XR CONTROLLED</a:t>
            </a:r>
          </a:p>
          <a:p>
            <a:r>
              <a:rPr sz="1000" b="0">
                <a:solidFill>
                  <a:srgbClr val="FFFFFF"/>
                </a:solidFill>
              </a:rPr>
              <a:t>   due 13:00</a:t>
            </a:r>
          </a:p>
          <a:p>
            <a:r>
              <a:rPr sz="1000" b="0">
                <a:solidFill>
                  <a:srgbClr val="FFFFFF"/>
                </a:solidFill>
              </a:rPr>
              <a:t>（共 12 个…）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565392"/>
            <a:ext cx="11274552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638544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4"/>
                </a:solidFill>
              </a:rPr>
              <a:t>Bot 不需要 EHR 集成  ·  Demo 前预置文件  ·  Bot 运行中自动追加更新记录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329184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01751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Scenario A · 团队 Bot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286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clinical-bot：续剂路由  （15-20 个/天 → 节省 10h 行政时间）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471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Charlotte（AIR）接听 Maria 的续剂来电 → 发 SMS 确认 → Alexis 在 RingEX 看到记录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"@clinical-bot  refill AX-2847 Sertraline 100mg Andrew Wenner"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0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BE"/>
                </a:solidFill>
              </a:rPr>
              <a:t>clinical-bot 读 AX-2847.md → 生成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续剂请求 · RX-20260605-047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4"/>
                </a:solidFill>
              </a:rPr>
              <a:t>患者：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Maria Lopez（AX-2847）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352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4"/>
                </a:solidFill>
              </a:rPr>
              <a:t>药物：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9352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Sertraline 100mg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64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4"/>
                </a:solidFill>
              </a:rPr>
              <a:t>上次就诊：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05/28（Andrew Wenner）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93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4"/>
                </a:solidFill>
              </a:rPr>
              <a:t>上次续剂：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5935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04/15（51 天前）✅ 合理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22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4"/>
                </a:solidFill>
              </a:rPr>
              <a:t>保险：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227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Blue Cross PPO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526280"/>
            <a:ext cx="1536192" cy="292608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5445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✅ 批准续剂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0008" y="4526280"/>
            <a:ext cx="1536192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6584" y="45445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📅 需要问诊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4526280"/>
            <a:ext cx="1536192" cy="2926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8224" y="45445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❌ 拒绝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Andrew 点「✅ 批准续剂」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2057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4"/>
                </a:solidFill>
              </a:rPr>
              <a:t>↓  clinical-bot 链式执行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2487168"/>
            <a:ext cx="1481328" cy="32004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2523744"/>
            <a:ext cx="14447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ACTION:SMS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52374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Maria +17205550102（即时）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3291840"/>
            <a:ext cx="1481328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3328416"/>
            <a:ext cx="14447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ACTION:TASK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328416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Alexis：RX-047 发送至 Walgreens due 11:00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096512"/>
            <a:ext cx="1481328" cy="320040"/>
          </a:xfrm>
          <a:prstGeom prst="rect">
            <a:avLst/>
          </a:prstGeom>
          <a:solidFill>
            <a:srgbClr val="A8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4133088"/>
            <a:ext cx="14447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entity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1330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AX-2847.md 追加续剂记录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4937760"/>
            <a:ext cx="2450592" cy="80467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02920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</a:rPr>
              <a:t>之前
45–90 分钟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4937760"/>
            <a:ext cx="2697480" cy="80467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7968" y="5029200"/>
            <a:ext cx="23957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现在
6 分钟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97880"/>
            <a:ext cx="11274552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893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BE"/>
                </a:solidFill>
              </a:rPr>
              <a:t>团队 Bot 的价值：任何人在频道触发 → 档案自动读取 → Card 发给正确提供者 → 链式执行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32918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01751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Scenario B · 个人 Bot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286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andrew-bot：医生主动发起跨提供者协调（精神科独有问题）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926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同一患者 AX-1956 同时有：Andrew Wenner PMHNP（开药）+ Michelle Godwin LPC（治疗）— 均为 Axis 真实在职提供者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Andrew 私信 andrew-bot（仅他可触发）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"AX-1956 今天调了 Sertraline
 50mg→100mg，原因：抑郁改善不足。
 通知 Michelle，让她关注焦虑波动。"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993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1508760"/>
            <a:ext cx="5230368" cy="1325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andrew-bot → #clinical-coordination  @Michelle Godwin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199339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🔄 跨提供者用药更新 · AX-1956（Andrew，06/05）</a:t>
            </a:r>
          </a:p>
          <a:p>
            <a:r>
              <a:rPr sz="1000" b="0">
                <a:solidFill>
                  <a:srgbClr val="FFFFFF"/>
                </a:solidFill>
              </a:rPr>
              <a:t>Sertraline 50mg → 100mg</a:t>
            </a:r>
          </a:p>
          <a:p>
            <a:r>
              <a:rPr sz="1000" b="0">
                <a:solidFill>
                  <a:srgbClr val="FFFFFF"/>
                </a:solidFill>
              </a:rPr>
              <a:t>原因：抑郁症状改善不足</a:t>
            </a:r>
          </a:p>
          <a:p>
            <a:r>
              <a:rPr sz="1000" b="0">
                <a:solidFill>
                  <a:srgbClr val="FFFFFF"/>
                </a:solidFill>
              </a:rPr>
              <a:t>临床提示：SSRI 增量焦虑波动，下次疗程（06/12）重点评估</a:t>
            </a:r>
          </a:p>
          <a:p>
            <a:r>
              <a:rPr sz="1000" b="0">
                <a:solidFill>
                  <a:srgbClr val="FFFFFF"/>
                </a:solidFill>
              </a:rPr>
              <a:t>@Michelle Godwin 请回复确认收到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4"/>
                </a:solidFill>
              </a:rPr>
              <a:t>Michelle 自然语言回复（无需 @任何 Bot）：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3026664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"收到。她上次疗程（06/03）提到轻微心悸，Andrew 需要知道吗？"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5303520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andrew-bot 监听 #clinical-coordination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416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匹配：发送者 = Michelle（watchlist 中）</a:t>
            </a:r>
          </a:p>
          <a:p>
            <a:r>
              <a:rPr sz="1100" b="0">
                <a:solidFill>
                  <a:srgbClr val="FFFFFF"/>
                </a:solidFill>
              </a:rPr>
              <a:t>内容：新临床症状（心悸）</a:t>
            </a:r>
          </a:p>
          <a:p>
            <a:r>
              <a:rPr sz="1100" b="0">
                <a:solidFill>
                  <a:srgbClr val="FFFFFF"/>
                </a:solidFill>
              </a:rPr>
              <a:t>判断：对开药医生相关 → 路由给 Andrew</a:t>
            </a:r>
          </a:p>
          <a:p>
            <a:r>
              <a:rPr sz="1100" b="0">
                <a:solidFill>
                  <a:srgbClr val="FFFFFF"/>
                </a:solidFill>
              </a:rPr>
              <a:t>→ coordination-watchlist.md 更新状态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7490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6E"/>
                </a:solidFill>
              </a:rPr>
              <a:t>A→A
→DM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3566160"/>
            <a:ext cx="523036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andrew-bot → Andrew DM（私信）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4041648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💬 Michelle 的临床反馈 · AX-1956</a:t>
            </a:r>
          </a:p>
          <a:p>
            <a:r>
              <a:rPr sz="1100" b="0">
                <a:solidFill>
                  <a:srgbClr val="FFFFFF"/>
                </a:solidFill>
              </a:rPr>
              <a:t>Michelle Godwin（14:35）：</a:t>
            </a:r>
          </a:p>
          <a:p>
            <a:r>
              <a:rPr sz="1100" b="0">
                <a:solidFill>
                  <a:srgbClr val="FFFFFF"/>
                </a:solidFill>
              </a:rPr>
              <a:t>患者 06/03 疗程提到轻微心悸</a:t>
            </a:r>
          </a:p>
          <a:p>
            <a:r>
              <a:rPr sz="1100" b="0">
                <a:solidFill>
                  <a:srgbClr val="FFFFFF"/>
                </a:solidFill>
              </a:rPr>
              <a:t>建议：随访时评估是否与</a:t>
            </a:r>
          </a:p>
          <a:p>
            <a:r>
              <a:rPr sz="1100" b="0">
                <a:solidFill>
                  <a:srgbClr val="FFFFFF"/>
                </a:solidFill>
              </a:rPr>
              <a:t>Sertraline 增量相关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38928"/>
            <a:ext cx="11274552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30368"/>
            <a:ext cx="3657600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30368"/>
            <a:ext cx="365760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94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42432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记录系统
不会主动路由信息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5230368"/>
            <a:ext cx="3657600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5230368"/>
            <a:ext cx="3657600" cy="384048"/>
          </a:xfrm>
          <a:prstGeom prst="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294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AIR Charlotte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742432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患者前台
提供者间不经患者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5230368"/>
            <a:ext cx="3657600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84464" y="5230368"/>
            <a:ext cx="3657600" cy="384048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294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andrew-bot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742432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Andrew 的个人助理
Andrew↔Michelle 信息闭环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32918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01751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Scenario C · Bot→Bot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286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alexis-bot → nursecoord-bot：一句话缺勤，Bot 自动完成任务交接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926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Alexis 是 Axis 行政核心——续剂 Task、患者跟进全经她。缺勤时 12 个续剂 Task 面临积压。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2633472" cy="3246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2633472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Alexis
→ alexis-bot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DM：
'今天缺勤，帮我交接'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85292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81328"/>
            <a:ext cx="2633472" cy="3246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81328"/>
            <a:ext cx="2633472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572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alexis-bot
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075688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读 daily-queue-20260605.md
续剂 12 个，最近 due 12:00
发缺勤公告到 #admin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85292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81328"/>
            <a:ext cx="2633472" cy="3246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81328"/>
            <a:ext cx="2633472" cy="50292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572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alexis-bot
→ nursecoord-bot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075688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#admin 发信号：
TASK_HANDOFF_REQUEST
续剂 12 个，due 12:00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852928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481328"/>
            <a:ext cx="2633472" cy="3246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481328"/>
            <a:ext cx="2633472" cy="50292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1572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nursecoord-bot
→ Jennifer 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075688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ACTION:SMS +17205550301
'12 refill tasks, due noon.
Can you cover? Reply YES'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560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6E"/>
                </a:solidFill>
              </a:rPr>
              <a:t>Jennifer 回复 YES（6 分钟）→ nursecoord-bot 确认覆盖 → 发 HANDOFF_COMPLETE → alexis-bot 通知 Alexis DM 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534924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5595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升级路径（15 分钟无回应）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704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BCC"/>
                </a:solidFill>
              </a:rPr>
              <a:t>nursecoord-bot → ACTION:CARD → Christopher Perez（CEO）· 包含：试了谁、Task 数、预约量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5486400"/>
            <a:ext cx="576072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55595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BE"/>
                </a:solidFill>
              </a:rPr>
              <a:t>Bot 间信号协议（#admin 频道消息总线）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5870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BCC"/>
                </a:solidFill>
              </a:rPr>
              <a:t>TASK_HANDOFF_REQUEST → HANDOFF_COMPLETE → ESCALATED_TO_CEO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为什么是 RingEX + RingClaw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78992"/>
            <a:ext cx="3566160" cy="411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115214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BCC"/>
                </a:solidFill>
              </a:rPr>
              <a:t>MuleRun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78992"/>
            <a:ext cx="4343400" cy="411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152144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BE"/>
                </a:solidFill>
              </a:rPr>
              <a:t>RingCentral + RingClaw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 创建方式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00200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3736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平台统一配置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00200"/>
            <a:ext cx="434340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员工在 RingEX 自助创建个人/团队 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个人 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350008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48716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350008"/>
            <a:ext cx="434340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487168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每员工有自己的 AI：知道自己的患者和任务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99815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36975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entity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099815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236975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099815"/>
            <a:ext cx="434340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236975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患者档案 + 任务状态，Bot 读写，自动追踪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9624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867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 间协作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849624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39867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线程对话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849624"/>
            <a:ext cx="434340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986784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个人 Bot ↔ 团队 Bot，信号协议，自动传递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99431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3659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患者 SMS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599431"/>
            <a:ext cx="356616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73659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IM 内部消息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599431"/>
            <a:ext cx="434340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73659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双向 SMS 到患者手机（AIR + ACTION:SMS）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49240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4864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医疗合规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349240"/>
            <a:ext cx="35661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4864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通用 NLP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434340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5486400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6E"/>
                </a:solidFill>
              </a:rPr>
              <a:t>SOUL.md 硬规则：不提供医疗建议，不绕过审批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108192"/>
            <a:ext cx="11274552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99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Charlotte (AIR) 接了患者的电话  ·  每个员工有自己的 Bot  ·  RingEX 里完成业务闭环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Axis Integrated Mental Health  ·  真实 RC 客户  ·  真实提供者  ·  真实痛点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6E"/>
                </a:solidFill>
              </a:rPr>
              <a:t>✅ CEO: Christopher Perez  ·  ✅ Charlotte（AIR，50%→91%）  ·  ✅ EHR: athenahealth  ·  ✅ Andrew Wenner + Michelle Godwin 已验证在职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804672" cy="1207008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956816"/>
            <a:ext cx="768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Scenario 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572768"/>
            <a:ext cx="10332720" cy="12070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682495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BE"/>
                </a:solidFill>
              </a:rPr>
              <a:t>团队 Bot：clinical-bot 续剂路由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0312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Alexis @bot 一行 → Card 给 Andrew → 链式执行
每日节省 10 小时行政时间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804672" cy="1207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401568"/>
            <a:ext cx="768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Scenario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3017520"/>
            <a:ext cx="10332720" cy="12070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3127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个人 Bot：andrew-bot 跨提供者协调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547872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Andrew DM bot → bot 代发协调消息 → Michelle 回复 → bot 路由临床反馈回 Andrew DM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62272"/>
            <a:ext cx="804672" cy="12070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846320"/>
            <a:ext cx="768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Scenario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4462272"/>
            <a:ext cx="10332720" cy="12070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4572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</a:rPr>
              <a:t>Bot→Bot：alexis-bot → nursecoord-bot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992624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BCC"/>
                </a:solidFill>
              </a:rPr>
              <a:t>Alexis 一句话 → 12 个 Task 自动转移 → 6 分钟找到替班 → Alexis DM 收到汇报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11274552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533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Charlotte 接了患者的电话  ·  RingClaw 让诊所里的每个人和他们的 Bot 把这件事做完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